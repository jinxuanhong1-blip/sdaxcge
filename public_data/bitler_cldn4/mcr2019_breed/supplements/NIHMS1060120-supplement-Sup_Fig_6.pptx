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8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52" autoAdjust="0"/>
    <p:restoredTop sz="94009" autoAdjust="0"/>
  </p:normalViewPr>
  <p:slideViewPr>
    <p:cSldViewPr>
      <p:cViewPr varScale="1">
        <p:scale>
          <a:sx n="64" d="100"/>
          <a:sy n="64" d="100"/>
        </p:scale>
        <p:origin x="-1147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9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693A7-7034-4136-BCBC-63C58EC1C024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E729D-46AD-4367-A93B-D2A7538CA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77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5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6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8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0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7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2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5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83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59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0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86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microsoft.com/office/2007/relationships/hdphoto" Target="../media/hdphoto8.wdp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762000" y="228600"/>
            <a:ext cx="6781800" cy="6629400"/>
            <a:chOff x="762000" y="228600"/>
            <a:chExt cx="6781800" cy="662940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  <a14:imgEffect>
                        <a14:brightnessContrast bright="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410"/>
            <a:stretch/>
          </p:blipFill>
          <p:spPr>
            <a:xfrm>
              <a:off x="762000" y="814956"/>
              <a:ext cx="2960077" cy="1471044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25000"/>
                      </a14:imgEffect>
                      <a14:imgEffect>
                        <a14:brightnessContrast bright="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410"/>
            <a:stretch/>
          </p:blipFill>
          <p:spPr>
            <a:xfrm>
              <a:off x="762000" y="2338956"/>
              <a:ext cx="2960077" cy="1471044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25000"/>
                      </a14:imgEffect>
                      <a14:imgEffect>
                        <a14:brightnessContrast bright="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410"/>
            <a:stretch/>
          </p:blipFill>
          <p:spPr>
            <a:xfrm>
              <a:off x="762000" y="3862956"/>
              <a:ext cx="2960077" cy="1471044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25000"/>
                      </a14:imgEffect>
                      <a14:imgEffect>
                        <a14:brightnessContrast bright="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410"/>
            <a:stretch/>
          </p:blipFill>
          <p:spPr>
            <a:xfrm>
              <a:off x="762000" y="5386956"/>
              <a:ext cx="2960077" cy="147104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sharpenSoften amount="25000"/>
                      </a14:imgEffect>
                      <a14:imgEffect>
                        <a14:brightnessContrast bright="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403"/>
            <a:stretch/>
          </p:blipFill>
          <p:spPr>
            <a:xfrm>
              <a:off x="4540223" y="814956"/>
              <a:ext cx="2960357" cy="147104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sharpenSoften amount="25000"/>
                      </a14:imgEffect>
                      <a14:imgEffect>
                        <a14:brightnessContrast bright="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403"/>
            <a:stretch/>
          </p:blipFill>
          <p:spPr>
            <a:xfrm>
              <a:off x="4540223" y="2338956"/>
              <a:ext cx="2960357" cy="1471044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harpenSoften amount="25000"/>
                      </a14:imgEffect>
                      <a14:imgEffect>
                        <a14:brightnessContrast bright="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403"/>
            <a:stretch/>
          </p:blipFill>
          <p:spPr>
            <a:xfrm>
              <a:off x="4540223" y="5386956"/>
              <a:ext cx="2960357" cy="1471044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16" cstate="print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sharpenSoften amount="25000"/>
                      </a14:imgEffect>
                      <a14:imgEffect>
                        <a14:brightnessContrast bright="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461"/>
            <a:stretch/>
          </p:blipFill>
          <p:spPr>
            <a:xfrm>
              <a:off x="4540223" y="3862956"/>
              <a:ext cx="2960356" cy="1472325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3100669" y="5007445"/>
              <a:ext cx="637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err="1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Taxol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97326" y="6531445"/>
              <a:ext cx="11411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err="1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Taxol+CMP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008833" y="1959445"/>
              <a:ext cx="712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400" b="1" dirty="0" err="1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ontP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137073" y="3483445"/>
              <a:ext cx="5838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CMP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99429" y="530423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Nuclei</a:t>
              </a:r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620110" y="530423"/>
              <a:ext cx="7809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Casp-3</a:t>
              </a:r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863483" y="5005956"/>
              <a:ext cx="637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err="1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Taxol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402654" y="6529956"/>
              <a:ext cx="11411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err="1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Taxol+CMP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71647" y="1957956"/>
              <a:ext cx="712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400" b="1" dirty="0" err="1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ontP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99887" y="3481956"/>
              <a:ext cx="5838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CMP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62243" y="528934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Nuclei</a:t>
              </a:r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82924" y="528934"/>
              <a:ext cx="7809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Casp-3</a:t>
              </a:r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43000" y="228600"/>
              <a:ext cx="21050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OVCAR8 – cld4 </a:t>
              </a:r>
              <a:r>
                <a:rPr lang="en-US" sz="1600" b="1" baseline="30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(GFP)</a:t>
              </a:r>
              <a:endParaRPr lang="en-US" sz="1600" b="1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800600" y="228600"/>
              <a:ext cx="2383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OVCAR8 + cld4 </a:t>
              </a:r>
              <a:r>
                <a:rPr lang="en-US" sz="1600" b="1" baseline="30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(cld4GFP)</a:t>
              </a:r>
              <a:endParaRPr lang="en-US" sz="1600" b="1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TextBox 173"/>
          <p:cNvSpPr txBox="1"/>
          <p:nvPr/>
        </p:nvSpPr>
        <p:spPr>
          <a:xfrm>
            <a:off x="7325637" y="8813"/>
            <a:ext cx="1821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Supplementary Figure 6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89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2979</TotalTime>
  <Words>27</Words>
  <Application>Microsoft Office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Heidi</dc:creator>
  <cp:lastModifiedBy>Heidi</cp:lastModifiedBy>
  <cp:revision>258</cp:revision>
  <dcterms:created xsi:type="dcterms:W3CDTF">2017-01-15T01:56:36Z</dcterms:created>
  <dcterms:modified xsi:type="dcterms:W3CDTF">2018-12-10T15:50:56Z</dcterms:modified>
</cp:coreProperties>
</file>