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52" autoAdjust="0"/>
    <p:restoredTop sz="94009" autoAdjust="0"/>
  </p:normalViewPr>
  <p:slideViewPr>
    <p:cSldViewPr>
      <p:cViewPr varScale="1">
        <p:scale>
          <a:sx n="64" d="100"/>
          <a:sy n="64" d="100"/>
        </p:scale>
        <p:origin x="-1147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693A7-7034-4136-BCBC-63C58EC1C024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E729D-46AD-4367-A93B-D2A7538CA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7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5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6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0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2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0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8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jpe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76200" y="685800"/>
            <a:ext cx="4847899" cy="3639849"/>
            <a:chOff x="76200" y="685800"/>
            <a:chExt cx="4847899" cy="3639849"/>
          </a:xfrm>
        </p:grpSpPr>
        <p:grpSp>
          <p:nvGrpSpPr>
            <p:cNvPr id="11" name="Group 10"/>
            <p:cNvGrpSpPr/>
            <p:nvPr/>
          </p:nvGrpSpPr>
          <p:grpSpPr>
            <a:xfrm>
              <a:off x="76200" y="1428690"/>
              <a:ext cx="4664254" cy="2896959"/>
              <a:chOff x="76200" y="1428690"/>
              <a:chExt cx="4664254" cy="2896959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52400" y="1995141"/>
                <a:ext cx="4588054" cy="2330508"/>
                <a:chOff x="152400" y="1995141"/>
                <a:chExt cx="4588054" cy="2330508"/>
              </a:xfrm>
            </p:grpSpPr>
            <p:grpSp>
              <p:nvGrpSpPr>
                <p:cNvPr id="4" name="Group 3"/>
                <p:cNvGrpSpPr/>
                <p:nvPr/>
              </p:nvGrpSpPr>
              <p:grpSpPr>
                <a:xfrm>
                  <a:off x="152400" y="1995141"/>
                  <a:ext cx="4588054" cy="1032310"/>
                  <a:chOff x="1234192" y="1230109"/>
                  <a:chExt cx="4985108" cy="1121647"/>
                </a:xfrm>
              </p:grpSpPr>
              <p:grpSp>
                <p:nvGrpSpPr>
                  <p:cNvPr id="3" name="Group 2"/>
                  <p:cNvGrpSpPr/>
                  <p:nvPr/>
                </p:nvGrpSpPr>
                <p:grpSpPr>
                  <a:xfrm>
                    <a:off x="1234192" y="1233070"/>
                    <a:ext cx="2185992" cy="1039509"/>
                    <a:chOff x="5521827" y="1009757"/>
                    <a:chExt cx="2185992" cy="1039509"/>
                  </a:xfrm>
                </p:grpSpPr>
                <p:pic>
                  <p:nvPicPr>
                    <p:cNvPr id="87" name="Picture 86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prstClr val="black"/>
                        <a:schemeClr val="accent5">
                          <a:tint val="45000"/>
                          <a:satMod val="400000"/>
                        </a:scheme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bright="-20000" contrast="4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41335" t="27957" r="35008" b="68776"/>
                    <a:stretch/>
                  </p:blipFill>
                  <p:spPr>
                    <a:xfrm>
                      <a:off x="5521827" y="1854185"/>
                      <a:ext cx="2054432" cy="195081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</p:pic>
                <p:pic>
                  <p:nvPicPr>
                    <p:cNvPr id="92" name="Picture 91"/>
                    <p:cNvPicPr>
                      <a:picLocks noChangeAspect="1"/>
                    </p:cNvPicPr>
                    <p:nvPr/>
                  </p:nvPicPr>
                  <p:blipFill rotWithShape="1">
                    <a:blip r:embed="rId4" cstate="print">
                      <a:duotone>
                        <a:prstClr val="black"/>
                        <a:schemeClr val="accent5">
                          <a:tint val="45000"/>
                          <a:satMod val="400000"/>
                        </a:scheme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bright="-20000" contrast="4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42130" t="36711" r="32322" b="58441"/>
                    <a:stretch/>
                  </p:blipFill>
                  <p:spPr>
                    <a:xfrm>
                      <a:off x="5521827" y="1476154"/>
                      <a:ext cx="2054431" cy="268104"/>
                    </a:xfrm>
                    <a:prstGeom prst="rect">
                      <a:avLst/>
                    </a:prstGeom>
                    <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</p:pic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5521827" y="1476155"/>
                      <a:ext cx="2054431" cy="268104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5521829" y="1854187"/>
                      <a:ext cx="2054430" cy="19507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7" name="TextBox 96"/>
                    <p:cNvSpPr txBox="1"/>
                    <p:nvPr/>
                  </p:nvSpPr>
                  <p:spPr>
                    <a:xfrm rot="18802220">
                      <a:off x="5619270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8" name="TextBox 97"/>
                    <p:cNvSpPr txBox="1"/>
                    <p:nvPr/>
                  </p:nvSpPr>
                  <p:spPr>
                    <a:xfrm rot="18802220">
                      <a:off x="6020758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99" name="TextBox 98"/>
                    <p:cNvSpPr txBox="1"/>
                    <p:nvPr/>
                  </p:nvSpPr>
                  <p:spPr>
                    <a:xfrm rot="18802220">
                      <a:off x="6356288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930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0" name="TextBox 99"/>
                    <p:cNvSpPr txBox="1"/>
                    <p:nvPr/>
                  </p:nvSpPr>
                  <p:spPr>
                    <a:xfrm rot="18802220">
                      <a:off x="6664176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1" name="TextBox 100"/>
                    <p:cNvSpPr txBox="1"/>
                    <p:nvPr/>
                  </p:nvSpPr>
                  <p:spPr>
                    <a:xfrm rot="18802220">
                      <a:off x="6972493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950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2" name="TextBox 101"/>
                    <p:cNvSpPr txBox="1"/>
                    <p:nvPr/>
                  </p:nvSpPr>
                  <p:spPr>
                    <a:xfrm rot="18802220">
                      <a:off x="7312519" y="1097280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" name="Group 1"/>
                  <p:cNvGrpSpPr/>
                  <p:nvPr/>
                </p:nvGrpSpPr>
                <p:grpSpPr>
                  <a:xfrm>
                    <a:off x="3383846" y="1230109"/>
                    <a:ext cx="1924489" cy="1039509"/>
                    <a:chOff x="5652631" y="2651875"/>
                    <a:chExt cx="1924489" cy="1039509"/>
                  </a:xfrm>
                </p:grpSpPr>
                <p:pic>
                  <p:nvPicPr>
                    <p:cNvPr id="86" name="Picture 85"/>
                    <p:cNvPicPr>
                      <a:picLocks noChangeAspect="1"/>
                    </p:cNvPicPr>
                    <p:nvPr/>
                  </p:nvPicPr>
                  <p:blipFill rotWithShape="1">
                    <a:blip r:embed="rId6" cstate="print">
                      <a:duotone>
                        <a:prstClr val="black"/>
                        <a:schemeClr val="accent5">
                          <a:tint val="45000"/>
                          <a:satMod val="400000"/>
                        </a:scheme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7">
                              <a14:imgEffect>
                                <a14:brightnessContrast bright="-20000" contrast="4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43515" t="65898" r="33878" b="29254"/>
                    <a:stretch/>
                  </p:blipFill>
                  <p:spPr>
                    <a:xfrm>
                      <a:off x="5652631" y="3118273"/>
                      <a:ext cx="1817914" cy="268104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</p:pic>
                <p:pic>
                  <p:nvPicPr>
                    <p:cNvPr id="88" name="Picture 87"/>
                    <p:cNvPicPr>
                      <a:picLocks noChangeAspect="1"/>
                    </p:cNvPicPr>
                    <p:nvPr/>
                  </p:nvPicPr>
                  <p:blipFill rotWithShape="1">
                    <a:blip r:embed="rId8" cstate="print">
                      <a:duotone>
                        <a:prstClr val="black"/>
                        <a:schemeClr val="accent5">
                          <a:tint val="45000"/>
                          <a:satMod val="400000"/>
                        </a:scheme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rightnessContrast bright="-20000" contrast="4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9528" t="46970" r="10776" b="49957"/>
                    <a:stretch/>
                  </p:blipFill>
                  <p:spPr>
                    <a:xfrm>
                      <a:off x="5652631" y="3496304"/>
                      <a:ext cx="1817915" cy="195080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</p:pic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5652632" y="3118271"/>
                      <a:ext cx="1817914" cy="26810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5652631" y="3496305"/>
                      <a:ext cx="1817915" cy="19507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" name="TextBox 102"/>
                    <p:cNvSpPr txBox="1"/>
                    <p:nvPr/>
                  </p:nvSpPr>
                  <p:spPr>
                    <a:xfrm rot="18802220">
                      <a:off x="5810220" y="2739398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966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4" name="TextBox 103"/>
                    <p:cNvSpPr txBox="1"/>
                    <p:nvPr/>
                  </p:nvSpPr>
                  <p:spPr>
                    <a:xfrm rot="18802220">
                      <a:off x="6150339" y="2739398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982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5" name="TextBox 104"/>
                    <p:cNvSpPr txBox="1"/>
                    <p:nvPr/>
                  </p:nvSpPr>
                  <p:spPr>
                    <a:xfrm rot="18802220">
                      <a:off x="6485869" y="2739398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991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6" name="TextBox 105"/>
                    <p:cNvSpPr txBox="1"/>
                    <p:nvPr/>
                  </p:nvSpPr>
                  <p:spPr>
                    <a:xfrm rot="18802220">
                      <a:off x="6855126" y="2739398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993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7" name="TextBox 106"/>
                    <p:cNvSpPr txBox="1"/>
                    <p:nvPr/>
                  </p:nvSpPr>
                  <p:spPr>
                    <a:xfrm rot="18802220">
                      <a:off x="7181820" y="2739398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995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5220309" y="1665392"/>
                    <a:ext cx="99899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Claudin-4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9" name="TextBox 108"/>
                  <p:cNvSpPr txBox="1"/>
                  <p:nvPr/>
                </p:nvSpPr>
                <p:spPr>
                  <a:xfrm>
                    <a:off x="5220309" y="2043979"/>
                    <a:ext cx="83388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GAPDH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7" name="Group 6"/>
                <p:cNvGrpSpPr/>
                <p:nvPr/>
              </p:nvGrpSpPr>
              <p:grpSpPr>
                <a:xfrm>
                  <a:off x="152400" y="3135194"/>
                  <a:ext cx="4551126" cy="1190455"/>
                  <a:chOff x="1041952" y="2468823"/>
                  <a:chExt cx="4944984" cy="1293478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 rotWithShape="1">
                  <a:blip r:embed="rId10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rightnessContrast bright="-40000" contrast="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841" t="30159" r="4903" b="54791"/>
                  <a:stretch/>
                </p:blipFill>
                <p:spPr>
                  <a:xfrm>
                    <a:off x="1041952" y="3515343"/>
                    <a:ext cx="2768047" cy="218457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110" name="Picture 109"/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sharpenSoften amount="25000"/>
                            </a14:imgEffect>
                            <a14:imgEffect>
                              <a14:brightnessContrast bright="-40000" contrast="72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2946" t="50000" r="3527" b="30144"/>
                  <a:stretch/>
                </p:blipFill>
                <p:spPr>
                  <a:xfrm>
                    <a:off x="1041952" y="3079118"/>
                    <a:ext cx="2768048" cy="273682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6" name="Picture 5"/>
                  <p:cNvPicPr>
                    <a:picLocks noChangeAspect="1"/>
                  </p:cNvPicPr>
                  <p:nvPr/>
                </p:nvPicPr>
                <p:blipFill rotWithShape="1">
                  <a:blip r:embed="rId13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4">
                            <a14:imgEffect>
                              <a14:brightnessContrast bright="-40000" contrast="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1072" t="38588" r="16879" b="52860"/>
                  <a:stretch/>
                </p:blipFill>
                <p:spPr>
                  <a:xfrm>
                    <a:off x="3921850" y="3515343"/>
                    <a:ext cx="1017048" cy="218457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111" name="Picture 110"/>
                  <p:cNvPicPr>
                    <a:picLocks noChangeAspect="1"/>
                  </p:cNvPicPr>
                  <p:nvPr/>
                </p:nvPicPr>
                <p:blipFill rotWithShape="1">
                  <a:blip r:embed="rId13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4">
                            <a14:imgEffect>
                              <a14:sharpenSoften amount="25000"/>
                            </a14:imgEffect>
                            <a14:imgEffect>
                              <a14:brightnessContrast bright="-40000" contrast="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8976" t="59875" r="18975" b="31573"/>
                  <a:stretch/>
                </p:blipFill>
                <p:spPr>
                  <a:xfrm>
                    <a:off x="3921850" y="3079118"/>
                    <a:ext cx="1017048" cy="273682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sp>
                <p:nvSpPr>
                  <p:cNvPr id="36" name="TextBox 35"/>
                  <p:cNvSpPr txBox="1"/>
                  <p:nvPr/>
                </p:nvSpPr>
                <p:spPr>
                  <a:xfrm rot="18802220">
                    <a:off x="1053367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943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 rot="18802220">
                    <a:off x="1407835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122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" name="TextBox 37"/>
                  <p:cNvSpPr txBox="1"/>
                  <p:nvPr/>
                </p:nvSpPr>
                <p:spPr>
                  <a:xfrm rot="18802220">
                    <a:off x="1712635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952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TextBox 38"/>
                  <p:cNvSpPr txBox="1"/>
                  <p:nvPr/>
                </p:nvSpPr>
                <p:spPr>
                  <a:xfrm rot="18802220">
                    <a:off x="2048580" y="2644063"/>
                    <a:ext cx="58221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1003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 rot="18802220">
                    <a:off x="2406590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968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TextBox 40"/>
                  <p:cNvSpPr txBox="1"/>
                  <p:nvPr/>
                </p:nvSpPr>
                <p:spPr>
                  <a:xfrm rot="18802220">
                    <a:off x="2746616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966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TextBox 41"/>
                  <p:cNvSpPr txBox="1"/>
                  <p:nvPr/>
                </p:nvSpPr>
                <p:spPr>
                  <a:xfrm rot="18802220">
                    <a:off x="3084235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826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TextBox 42"/>
                  <p:cNvSpPr txBox="1"/>
                  <p:nvPr/>
                </p:nvSpPr>
                <p:spPr>
                  <a:xfrm rot="18802220">
                    <a:off x="3485723" y="2680186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958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TextBox 44"/>
                  <p:cNvSpPr txBox="1"/>
                  <p:nvPr/>
                </p:nvSpPr>
                <p:spPr>
                  <a:xfrm rot="18802220">
                    <a:off x="3892765" y="2606040"/>
                    <a:ext cx="58221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1008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TextBox 45"/>
                  <p:cNvSpPr txBox="1"/>
                  <p:nvPr/>
                </p:nvSpPr>
                <p:spPr>
                  <a:xfrm rot="18802220">
                    <a:off x="4250775" y="2642163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999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TextBox 46"/>
                  <p:cNvSpPr txBox="1"/>
                  <p:nvPr/>
                </p:nvSpPr>
                <p:spPr>
                  <a:xfrm rot="18802220">
                    <a:off x="4590801" y="2642163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909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4987945" y="3075937"/>
                    <a:ext cx="99899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Claudin-4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4987945" y="3454524"/>
                    <a:ext cx="83388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GAPDH</a:t>
                    </a:r>
                    <a:endPara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50" name="TextBox 49"/>
              <p:cNvSpPr txBox="1"/>
              <p:nvPr/>
            </p:nvSpPr>
            <p:spPr>
              <a:xfrm>
                <a:off x="76200" y="142869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A.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4482953" y="68580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B.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19363"/>
              </p:ext>
            </p:extLst>
          </p:nvPr>
        </p:nvGraphicFramePr>
        <p:xfrm>
          <a:off x="4953000" y="1019911"/>
          <a:ext cx="4011930" cy="4923689"/>
        </p:xfrm>
        <a:graphic>
          <a:graphicData uri="http://schemas.openxmlformats.org/drawingml/2006/table">
            <a:tbl>
              <a:tblPr firstRow="1" firstCol="1" bandRow="1"/>
              <a:tblGrid>
                <a:gridCol w="770016"/>
                <a:gridCol w="3241914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Arial"/>
                          <a:ea typeface="Calibri"/>
                          <a:cs typeface="Times New Roman"/>
                        </a:rPr>
                        <a:t>Sample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/>
                          <a:ea typeface="Calibri"/>
                          <a:cs typeface="Times New Roman"/>
                        </a:rPr>
                        <a:t>Tissue/ Tumor Histology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1008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Normal Fallopian Tube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Normal Fallopian Tube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958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Normal Fallopian Tube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968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Normal Fallopian Tube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1003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923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966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945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905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930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995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909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999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Borderline Tumor 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Malignant Müllerian Mixed Tumor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122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Borderline Tumor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993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Grade 2 Mucinous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953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Low Grade Serous Ovarian Cancer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943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Borderline Tumor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991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High Grade Malignant Müllerian Mixed Tumor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8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Times New Roman"/>
                        </a:rPr>
                        <a:t>826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Borderline Tumor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TextBox 173"/>
          <p:cNvSpPr txBox="1"/>
          <p:nvPr/>
        </p:nvSpPr>
        <p:spPr>
          <a:xfrm>
            <a:off x="7322668" y="8813"/>
            <a:ext cx="1821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Supplementary Figure 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79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152</Words>
  <Application>Microsoft Office PowerPoint</Application>
  <PresentationFormat>On-screen Show (4:3)</PresentationFormat>
  <Paragraphs>75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Heidi</dc:creator>
  <cp:lastModifiedBy>Heidi</cp:lastModifiedBy>
  <cp:revision>260</cp:revision>
  <dcterms:created xsi:type="dcterms:W3CDTF">2017-01-15T01:56:36Z</dcterms:created>
  <dcterms:modified xsi:type="dcterms:W3CDTF">2018-12-10T15:49:43Z</dcterms:modified>
</cp:coreProperties>
</file>