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2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52" autoAdjust="0"/>
    <p:restoredTop sz="94009" autoAdjust="0"/>
  </p:normalViewPr>
  <p:slideViewPr>
    <p:cSldViewPr>
      <p:cViewPr varScale="1">
        <p:scale>
          <a:sx n="64" d="100"/>
          <a:sy n="64" d="100"/>
        </p:scale>
        <p:origin x="-1147" y="-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595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693A7-7034-4136-BCBC-63C58EC1C024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E729D-46AD-4367-A93B-D2A7538CA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077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A48-5FA2-4CBD-AF01-6A41F7328767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DF44-5524-4C46-89A6-3648E849C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95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A48-5FA2-4CBD-AF01-6A41F7328767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DF44-5524-4C46-89A6-3648E849C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62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A48-5FA2-4CBD-AF01-6A41F7328767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DF44-5524-4C46-89A6-3648E849C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98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A48-5FA2-4CBD-AF01-6A41F7328767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DF44-5524-4C46-89A6-3648E849C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908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A48-5FA2-4CBD-AF01-6A41F7328767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DF44-5524-4C46-89A6-3648E849C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87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A48-5FA2-4CBD-AF01-6A41F7328767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DF44-5524-4C46-89A6-3648E849C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928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A48-5FA2-4CBD-AF01-6A41F7328767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DF44-5524-4C46-89A6-3648E849C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957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A48-5FA2-4CBD-AF01-6A41F7328767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DF44-5524-4C46-89A6-3648E849C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683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A48-5FA2-4CBD-AF01-6A41F7328767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DF44-5524-4C46-89A6-3648E849C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659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A48-5FA2-4CBD-AF01-6A41F7328767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DF44-5524-4C46-89A6-3648E849C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32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A48-5FA2-4CBD-AF01-6A41F7328767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ADF44-5524-4C46-89A6-3648E849C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504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219A48-5FA2-4CBD-AF01-6A41F7328767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ADF44-5524-4C46-89A6-3648E849C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186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hdphoto" Target="../media/hdphoto6.wdp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6.png"/><Relationship Id="rId17" Type="http://schemas.microsoft.com/office/2007/relationships/hdphoto" Target="../media/hdphoto8.wdp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5" Type="http://schemas.microsoft.com/office/2007/relationships/hdphoto" Target="../media/hdphoto7.wdp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microsoft.com/office/2007/relationships/hdphoto" Target="../media/hdphoto4.wdp"/><Relationship Id="rId1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838200" y="241184"/>
            <a:ext cx="6477000" cy="6616816"/>
            <a:chOff x="838200" y="241184"/>
            <a:chExt cx="6477000" cy="6616816"/>
          </a:xfrm>
        </p:grpSpPr>
        <p:pic>
          <p:nvPicPr>
            <p:cNvPr id="26" name="Picture 25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25000"/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3377"/>
            <a:stretch/>
          </p:blipFill>
          <p:spPr>
            <a:xfrm>
              <a:off x="4356279" y="784951"/>
              <a:ext cx="2953165" cy="1473704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25000"/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3247"/>
            <a:stretch/>
          </p:blipFill>
          <p:spPr>
            <a:xfrm>
              <a:off x="4356279" y="2307146"/>
              <a:ext cx="2958921" cy="1473704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25000"/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3247"/>
            <a:stretch/>
          </p:blipFill>
          <p:spPr>
            <a:xfrm>
              <a:off x="4356279" y="3855712"/>
              <a:ext cx="2958921" cy="1473704"/>
            </a:xfrm>
            <a:prstGeom prst="rect">
              <a:avLst/>
            </a:prstGeom>
          </p:spPr>
        </p:pic>
        <p:pic>
          <p:nvPicPr>
            <p:cNvPr id="29" name="Picture 28"/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sharpenSoften amount="25000"/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3247"/>
            <a:stretch/>
          </p:blipFill>
          <p:spPr>
            <a:xfrm>
              <a:off x="4356279" y="5384296"/>
              <a:ext cx="2958921" cy="1473704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4472640" y="241184"/>
              <a:ext cx="26901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OVCAR3 – cld4 </a:t>
              </a:r>
              <a:r>
                <a:rPr lang="en-US" sz="1600" b="1" baseline="300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(shCLDN4_2)</a:t>
              </a:r>
              <a:endParaRPr lang="en-US" sz="1600" b="1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664190" y="5020149"/>
              <a:ext cx="6378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err="1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Taxol</a:t>
              </a:r>
              <a:endPara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160847" y="6548733"/>
              <a:ext cx="11411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err="1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Taxol+CMP</a:t>
              </a:r>
              <a:endPara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572354" y="1972149"/>
              <a:ext cx="7120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400" b="1" dirty="0" err="1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ontP</a:t>
              </a:r>
              <a:endPara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700594" y="3496149"/>
              <a:ext cx="5838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CMP</a:t>
              </a:r>
              <a:endPara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762950" y="528934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Nuclei</a:t>
              </a:r>
              <a:endParaRPr 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183631" y="528934"/>
              <a:ext cx="7809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Casp-3</a:t>
              </a:r>
              <a:endParaRPr 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sharpenSoften amount="25000"/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3220"/>
            <a:stretch/>
          </p:blipFill>
          <p:spPr>
            <a:xfrm>
              <a:off x="838200" y="807712"/>
              <a:ext cx="2960077" cy="1473703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 rotWithShape="1">
            <a:blip r:embed="rId12" cstate="print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sharpenSoften amount="25000"/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3220"/>
            <a:stretch/>
          </p:blipFill>
          <p:spPr>
            <a:xfrm>
              <a:off x="838200" y="2331712"/>
              <a:ext cx="2960077" cy="1473703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 rotWithShape="1">
            <a:blip r:embed="rId14" cstate="print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sharpenSoften amount="25000"/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3220"/>
            <a:stretch/>
          </p:blipFill>
          <p:spPr>
            <a:xfrm>
              <a:off x="838200" y="3855712"/>
              <a:ext cx="2960077" cy="1473703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 rotWithShape="1">
            <a:blip r:embed="rId16" cstate="print"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sharpenSoften amount="25000"/>
                      </a14:imgEffect>
                      <a14:imgEffect>
                        <a14:brightnessContrast bright="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3220"/>
            <a:stretch/>
          </p:blipFill>
          <p:spPr>
            <a:xfrm>
              <a:off x="838200" y="5384296"/>
              <a:ext cx="2960077" cy="1473703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207776" y="271046"/>
              <a:ext cx="229742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OVCAR3 +cld4 </a:t>
              </a:r>
              <a:r>
                <a:rPr lang="en-US" sz="1600" b="1" baseline="300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600" b="1" baseline="30000" dirty="0" err="1" smtClean="0">
                  <a:latin typeface="Arial" panose="020B0604020202020204" pitchFamily="34" charset="0"/>
                  <a:cs typeface="Arial" panose="020B0604020202020204" pitchFamily="34" charset="0"/>
                </a:rPr>
                <a:t>shCTRL</a:t>
              </a:r>
              <a:r>
                <a:rPr lang="en-US" sz="1600" b="1" baseline="300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en-US" sz="1600" b="1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147560" y="5021638"/>
              <a:ext cx="6378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err="1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Taxol</a:t>
              </a:r>
              <a:endPara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644217" y="6550222"/>
              <a:ext cx="11411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err="1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Taxol+CMP</a:t>
              </a:r>
              <a:endPara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055724" y="1973638"/>
              <a:ext cx="7120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400" b="1" dirty="0" err="1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ontP</a:t>
              </a:r>
              <a:endPara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183964" y="3497638"/>
              <a:ext cx="5838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CMP</a:t>
              </a:r>
              <a:endPara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246320" y="530423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Nuclei</a:t>
              </a:r>
              <a:endParaRPr 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667001" y="530423"/>
              <a:ext cx="7809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Casp-3</a:t>
              </a:r>
              <a:endParaRPr 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0" name="TextBox 173"/>
          <p:cNvSpPr txBox="1"/>
          <p:nvPr/>
        </p:nvSpPr>
        <p:spPr>
          <a:xfrm>
            <a:off x="17260" y="8813"/>
            <a:ext cx="23727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Supplementary Figure 5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852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2979</TotalTime>
  <Words>27</Words>
  <Application>Microsoft Office PowerPoint</Application>
  <PresentationFormat>On-screen Show (4:3)</PresentationFormat>
  <Paragraphs>15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Heidi</dc:creator>
  <cp:lastModifiedBy>Heidi</cp:lastModifiedBy>
  <cp:revision>257</cp:revision>
  <dcterms:created xsi:type="dcterms:W3CDTF">2017-01-15T01:56:36Z</dcterms:created>
  <dcterms:modified xsi:type="dcterms:W3CDTF">2018-12-10T15:42:30Z</dcterms:modified>
</cp:coreProperties>
</file>